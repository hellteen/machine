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1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C8D76-B835-4318-90B0-31A040A46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B6DDE9-1576-4376-B6BA-9EA00D5A3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612AFD-7ABB-4B92-A030-4E1151B8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6822A1-BBC2-4EC3-B985-E35BE669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3C653A-308F-4BB3-9EEB-3C4AEA08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51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26E4B-93AA-4AE2-84A0-960230A1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C8F93-7346-4C93-8C26-6F3CE8B64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01B1F1-9764-4615-9E93-FC5139EC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8EBC7A-1FCE-4C07-86BF-39AC7686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8DDB0D-D7EC-4BD4-8525-D9BC8604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6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50F89-06D5-48F7-BEDD-F0A59456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4DA348-3FB8-432D-AC91-EF581923D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54A304-E153-4893-8B15-CB008E44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AEAC88-E618-48E4-9F91-67A172CE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29C7E-0075-467C-BEB4-400FA931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08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B1509-D530-4734-B79F-62CF3038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85A0F-2723-4EF9-955D-9409F39AD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77889F-4DB2-4ABE-BFE5-F9077EE11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B2C9F8-33BC-4661-9CA3-4CFEAF71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97DDA5-0379-4D6F-A208-2ED76E24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C3B6FF-D350-43B0-A452-5186FC14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82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06565-B50F-4EF8-AB5A-12C25F56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C50E3B-522D-41C4-A33E-6113B520B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25B92C-7BA8-49FA-8372-2B4108650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FBAA7D-8CE2-4AF7-8D80-78D34737E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531933-F0E6-4616-9FCD-C9574A1EC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91D75E-C99C-41A7-B704-12A8E72B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3444CC-40EF-4F43-99C9-B31B3923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22C79D-3412-446F-9007-E1AABFAB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5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C664E-EEFD-48E4-BDAE-96112A2B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D96E4A-C6AD-489E-B489-24E93FBE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6B8E7D-DE0D-488A-9C40-0BC92E48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4FAC15-25C8-4CE3-8EA8-1C2E926D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83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C3A277-D362-46E5-B66E-836805C3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08F6151-5A8B-4F5F-ABF6-FE0BF0E9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E02359-A2C8-47BE-877D-A331D5AC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13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AF283-DD79-4231-97B4-8A69CECE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143AC-6573-416D-9EB1-083FB5E9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3A7A27-A2ED-4495-9E33-E54097C1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1D69D5-B537-4EB4-BB62-72277373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5A4F5E-A81F-4F5C-B6D8-08E6DD1A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1E64F5-71A0-4FEA-BEA6-BB26461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93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D7F71-215F-485C-A67D-F33931BE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FE242BE-781E-44AA-A089-E8652DD53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090CBF-9557-4A11-BD4F-E0E88D2DE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EC6A4-13CE-4A1B-B923-6847D255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E9A10B-B81D-4235-ACAB-6223498E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B36708-2E74-4A2F-92B9-6EAEA0F6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68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57440-2D7B-4C61-BB7C-62C3C497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255B78-798B-418F-8ED3-6B67E83F7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30D759-A3BC-4B99-891A-1253658E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A854B1-E65D-4A29-8C2D-E430267A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908F59-7668-48D9-B8CA-B4843BC0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9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E86557-81F2-43A6-8A63-A9C779E00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2F99A7-53E5-4DA3-A517-D91D94903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1E5CBC-6A7E-4E13-9983-0A60BD85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C7F1DA-377D-44E8-B9AC-03990E9C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C76B01-8516-46F5-AB8B-CD3E51D3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61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D2519-EDB5-4619-92AE-C3E94C9F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FB4565-5241-4A71-8031-C1754AC31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43317-6EA3-471F-8CAE-FC8EDAE40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1DAA9-8F87-4DE3-B65B-BF6FD5DAEA78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428E5B-9867-4963-ACB1-D55ED5984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517D87-374E-4DFA-83E6-C4B3FE414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2F554-78D2-46CC-B19B-1593C15F5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27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B4F1E3-CCE4-47B2-AD52-DFFAC2E30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541F8-5142-4EE9-AC7E-A7630EF46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МАШИНА ВЫБОРА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823BC1-9D20-4564-A50D-4A7E4DFE4F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Интерактивная симуляция искусственной жизни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46CD4-57E1-4F12-94A8-F82C82B96353}"/>
              </a:ext>
            </a:extLst>
          </p:cNvPr>
          <p:cNvSpPr txBox="1"/>
          <p:nvPr/>
        </p:nvSpPr>
        <p:spPr>
          <a:xfrm>
            <a:off x="8528858" y="5103544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 команда «Войд» </a:t>
            </a: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Муличева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С.А.</a:t>
            </a: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Тюнегина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М.С.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Мартынов И.А.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017A9-1F84-4C06-85B9-791DB8064E21}"/>
              </a:ext>
            </a:extLst>
          </p:cNvPr>
          <p:cNvSpPr txBox="1"/>
          <p:nvPr/>
        </p:nvSpPr>
        <p:spPr>
          <a:xfrm>
            <a:off x="3049385" y="152996"/>
            <a:ext cx="5479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Чемпионат Тверской области по спортивному программированию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дисциплина: программирование продуктовое</a:t>
            </a:r>
          </a:p>
        </p:txBody>
      </p:sp>
    </p:spTree>
    <p:extLst>
      <p:ext uri="{BB962C8B-B14F-4D97-AF65-F5344CB8AC3E}">
        <p14:creationId xmlns:p14="http://schemas.microsoft.com/office/powerpoint/2010/main" val="192628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7288E-6687-4DC7-BAF4-561BF0AE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71" y="594361"/>
            <a:ext cx="3932237" cy="54448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6513A2-70EA-492A-9D72-3D6AC1E3A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470" y="1434149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математическую модель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алгоритм поведения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визуальный конструктор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движок симуляции и систему аналитических метрик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экспорт результатов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902CBD-F7FC-493C-B8AB-27C2BB128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170" y="457200"/>
            <a:ext cx="6421583" cy="42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9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25C4D-CD63-47E7-8FA5-DF17071A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70" y="474114"/>
            <a:ext cx="3541019" cy="793865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6DF685-F605-4CF8-9D13-6C6CF4C76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организма есть: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собственное состояние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сенсоры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ограниченный набор действий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поведения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размножения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7FD5FE-A136-427E-9C36-EAFE10F87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69" y="1556558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3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E4A6C-75A2-44DC-A281-934D86E3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9" y="482138"/>
            <a:ext cx="3932237" cy="69855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9AE233-1492-4C85-B7B2-A27EC4CAD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2086292" cy="10266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6.6 C#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–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файлы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FB8EBC5E-55B2-4A25-9314-9C2842272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933" y="2305467"/>
            <a:ext cx="6172200" cy="2247066"/>
          </a:xfrm>
        </p:spPr>
      </p:pic>
    </p:spTree>
    <p:extLst>
      <p:ext uri="{BB962C8B-B14F-4D97-AF65-F5344CB8AC3E}">
        <p14:creationId xmlns:p14="http://schemas.microsoft.com/office/powerpoint/2010/main" val="374748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33ADB-78A1-4EA1-A517-0351A555C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45" y="411482"/>
            <a:ext cx="3932237" cy="16002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— это вычисляемый результат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841F4D91-0C45-4935-9016-311B139C4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208941"/>
              </p:ext>
            </p:extLst>
          </p:nvPr>
        </p:nvGraphicFramePr>
        <p:xfrm>
          <a:off x="4430682" y="2011682"/>
          <a:ext cx="7414954" cy="27889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07477">
                  <a:extLst>
                    <a:ext uri="{9D8B030D-6E8A-4147-A177-3AD203B41FA5}">
                      <a16:colId xmlns:a16="http://schemas.microsoft.com/office/drawing/2014/main" val="3259321653"/>
                    </a:ext>
                  </a:extLst>
                </a:gridCol>
                <a:gridCol w="3707477">
                  <a:extLst>
                    <a:ext uri="{9D8B030D-6E8A-4147-A177-3AD203B41FA5}">
                      <a16:colId xmlns:a16="http://schemas.microsoft.com/office/drawing/2014/main" val="3036525173"/>
                    </a:ext>
                  </a:extLst>
                </a:gridCol>
              </a:tblGrid>
              <a:tr h="55165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Действие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324513"/>
                  </a:ext>
                </a:extLst>
              </a:tr>
              <a:tr h="559316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Двигаться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656518"/>
                  </a:ext>
                </a:extLst>
              </a:tr>
              <a:tr h="559316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Поглощать ресурс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681650"/>
                  </a:ext>
                </a:extLst>
              </a:tr>
              <a:tr h="559316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Ждать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707353"/>
                  </a:ext>
                </a:extLst>
              </a:tr>
              <a:tr h="559316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Размножаться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489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4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11AB5-7C57-4676-A0FD-6ACEBC27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32" y="486092"/>
            <a:ext cx="3932237" cy="6858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71DB814-8C6C-42FE-9B45-45834614C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8816" y="893244"/>
            <a:ext cx="5444551" cy="5013152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CAAF7CF-6A67-47E8-82F0-DBF4C4E50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3531" y="1641764"/>
            <a:ext cx="3932237" cy="3811588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планеты задаются физические параметры: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Радиация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Они определяют условия существования организмов.</a:t>
            </a:r>
          </a:p>
        </p:txBody>
      </p:sp>
    </p:spTree>
    <p:extLst>
      <p:ext uri="{BB962C8B-B14F-4D97-AF65-F5344CB8AC3E}">
        <p14:creationId xmlns:p14="http://schemas.microsoft.com/office/powerpoint/2010/main" val="3277031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3B202-42D8-493D-B67D-5B2F166D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51" y="494951"/>
            <a:ext cx="3932237" cy="602673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687E952-2B6D-41AE-82B5-1EE0768A0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509" y="2207669"/>
            <a:ext cx="2589031" cy="282276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E5FD57-2357-45E2-8741-4C634CBF0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51" y="2207670"/>
            <a:ext cx="2751513" cy="28238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DE99DD-0D6A-4075-A99D-A8E8BB8DE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108" y="2207669"/>
            <a:ext cx="2810267" cy="28227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0CC7DF-8CA0-4E3D-BABE-F5E52D9A5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333" y="2207669"/>
            <a:ext cx="2771008" cy="28227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CCAD0F-EB16-4DAC-B02C-8DEE0FD8BCCA}"/>
              </a:ext>
            </a:extLst>
          </p:cNvPr>
          <p:cNvSpPr txBox="1"/>
          <p:nvPr/>
        </p:nvSpPr>
        <p:spPr>
          <a:xfrm>
            <a:off x="343611" y="5030432"/>
            <a:ext cx="3133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Живой организм на Юпитере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A78118-68BE-438F-B247-AEB8CA6D350F}"/>
              </a:ext>
            </a:extLst>
          </p:cNvPr>
          <p:cNvSpPr/>
          <p:nvPr/>
        </p:nvSpPr>
        <p:spPr>
          <a:xfrm>
            <a:off x="3377757" y="5030432"/>
            <a:ext cx="2992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Живой организм на Нептуне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DC0F38-CB2D-4E00-9F09-5A57BA8790D6}"/>
              </a:ext>
            </a:extLst>
          </p:cNvPr>
          <p:cNvSpPr/>
          <p:nvPr/>
        </p:nvSpPr>
        <p:spPr>
          <a:xfrm>
            <a:off x="6276110" y="5030432"/>
            <a:ext cx="276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Живой организм на Уране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FBC7DF-9BC8-42E1-B6D4-59114C836210}"/>
              </a:ext>
            </a:extLst>
          </p:cNvPr>
          <p:cNvSpPr/>
          <p:nvPr/>
        </p:nvSpPr>
        <p:spPr>
          <a:xfrm>
            <a:off x="9168716" y="5030432"/>
            <a:ext cx="2822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Живой организм на Марсе</a:t>
            </a:r>
          </a:p>
        </p:txBody>
      </p:sp>
    </p:spTree>
    <p:extLst>
      <p:ext uri="{BB962C8B-B14F-4D97-AF65-F5344CB8AC3E}">
        <p14:creationId xmlns:p14="http://schemas.microsoft.com/office/powerpoint/2010/main" val="165965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15FA0-771D-4BC8-858F-D3747A7A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326" y="457199"/>
            <a:ext cx="3266699" cy="99337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экран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2AF2FF4-89A9-4450-8666-372AF205B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2299" y="1808018"/>
            <a:ext cx="7215970" cy="45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9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ED481-0322-4A6E-8E26-B5CBEB88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66" y="340822"/>
            <a:ext cx="2776248" cy="86036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FFBFA5-8847-4D06-8A5E-CCD16A226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489980"/>
            <a:ext cx="6270170" cy="3929918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C089F53B-2409-4F8E-99D7-A00AE2016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781" y="1583575"/>
            <a:ext cx="3225135" cy="1234440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становятся наследуемыми стратегиями</a:t>
            </a:r>
          </a:p>
        </p:txBody>
      </p:sp>
    </p:spTree>
    <p:extLst>
      <p:ext uri="{BB962C8B-B14F-4D97-AF65-F5344CB8AC3E}">
        <p14:creationId xmlns:p14="http://schemas.microsoft.com/office/powerpoint/2010/main" val="3024089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90A57-864F-4A2E-863B-19D1AB0D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2" y="241069"/>
            <a:ext cx="3133696" cy="125937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планеты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8CE9A7B-0272-4908-A51F-142131551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5784" y="1256997"/>
            <a:ext cx="4887007" cy="433448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EC39110-E9A6-4832-87F3-62E990C1F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842" y="1770611"/>
            <a:ext cx="3590896" cy="1371600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Среду можно изменить прямо во время симуляции</a:t>
            </a:r>
          </a:p>
        </p:txBody>
      </p:sp>
    </p:spTree>
    <p:extLst>
      <p:ext uri="{BB962C8B-B14F-4D97-AF65-F5344CB8AC3E}">
        <p14:creationId xmlns:p14="http://schemas.microsoft.com/office/powerpoint/2010/main" val="2865826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ADB1C-DF33-4241-B817-907E52BC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482" y="100491"/>
            <a:ext cx="4505296" cy="122612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организма и метрики популяции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4F8530-A94B-4F15-97BA-7BE4AE2B2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41512"/>
            <a:ext cx="4896533" cy="37247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EB0E27-AEC4-419A-B9F5-C1C73003A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2" y="2057400"/>
            <a:ext cx="4816587" cy="37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1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0A259-3629-4946-B3D1-5FAA5284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403" y="432261"/>
            <a:ext cx="3158633" cy="100999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популяции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1105717-0BCD-477C-8FE1-8492438A6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3384" y="1716807"/>
            <a:ext cx="472505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5290E-720A-4A67-BC5E-3DB7308B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28" y="502919"/>
            <a:ext cx="4405543" cy="777240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данных в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BD70D1C-121D-4F55-94D0-EFD17364A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0770" y="987425"/>
            <a:ext cx="4817036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0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24285-DD1E-4758-B054-27D7AD40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82" y="390698"/>
            <a:ext cx="2152794" cy="72736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629747-1E66-41AB-8C9B-DFF434836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782" y="1523206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искусственного интеллекта для развития организмов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более сложных сред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 и сравнение экспериментов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 воспроизведение экспериментов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208117-D011-4647-8CF2-088F33DA7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71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9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04FE9-7327-4A75-AE5C-6B98F26A7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DA1281-CA25-4041-9A16-B74AEDCAA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0106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188</Words>
  <Application>Microsoft Office PowerPoint</Application>
  <PresentationFormat>Широкоэкранный</PresentationFormat>
  <Paragraphs>62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МАШИНА ВЫБОРА</vt:lpstr>
      <vt:lpstr>Задачи</vt:lpstr>
      <vt:lpstr>Идея проекта</vt:lpstr>
      <vt:lpstr>Стек технологий</vt:lpstr>
      <vt:lpstr>Выбор — это вычисляемый результат</vt:lpstr>
      <vt:lpstr>Среда</vt:lpstr>
      <vt:lpstr>Организм</vt:lpstr>
      <vt:lpstr>Главный экран</vt:lpstr>
      <vt:lpstr>Эволюция</vt:lpstr>
      <vt:lpstr>Характеристики планеты</vt:lpstr>
      <vt:lpstr>Состояние организма и метрики популяции</vt:lpstr>
      <vt:lpstr>Отслеживание популяции</vt:lpstr>
      <vt:lpstr>Вывод данных в Excel</vt:lpstr>
      <vt:lpstr>Потенциал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МАШИНА ВЫБОРА</dc:title>
  <dc:creator>fufel Gadnik</dc:creator>
  <cp:lastModifiedBy>fufel Gadnik</cp:lastModifiedBy>
  <cp:revision>1</cp:revision>
  <dcterms:created xsi:type="dcterms:W3CDTF">2026-09-20T10:09:51Z</dcterms:created>
  <dcterms:modified xsi:type="dcterms:W3CDTF">2026-09-20T11:47:32Z</dcterms:modified>
</cp:coreProperties>
</file>